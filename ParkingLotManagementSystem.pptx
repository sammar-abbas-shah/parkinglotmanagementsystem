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9795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464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Parking Lot Management System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54953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i="1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LinkedIn: https://www.linkedin.com/in/sammar-abbas-372359289/</a:t>
            </a:r>
          </a:p>
          <a:p>
            <a:pPr algn="ctr"/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4131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ABBD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Sammar Abbas Shah</a:t>
            </a:r>
            <a:endParaRPr lang="en-US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109728" cy="42291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8595360" cy="621792"/>
          </a:xfrm>
          <a:prstGeom prst="rect">
            <a:avLst/>
          </a:prstGeom>
          <a:solidFill>
            <a:srgbClr val="EAF0FB"/>
          </a:solidFill>
          <a:ln w="12700">
            <a:solidFill>
              <a:srgbClr val="D0D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7043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it is:  </a:t>
            </a: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console-based Java application simulating a real-world parking facility.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847088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202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Package:  </a:t>
            </a: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myPackage — contains 4 core classes: ParkingSystem, ParkingLot, ParkingSpot, Vehicle.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596896"/>
            <a:ext cx="8595360" cy="621792"/>
          </a:xfrm>
          <a:prstGeom prst="rect">
            <a:avLst/>
          </a:prstGeom>
          <a:solidFill>
            <a:srgbClr val="EAF0FB"/>
          </a:solidFill>
          <a:ln w="12700">
            <a:solidFill>
              <a:srgbClr val="D0DA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67004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Capacity:  </a:t>
            </a: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Default 5 parking spots, configurable via ParkingLot constructor.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3346704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419856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Language:  </a:t>
            </a: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Pure Java — uses OOP, Collections (ArrayList), and java.time API.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4096512"/>
            <a:ext cx="8595360" cy="621792"/>
          </a:xfrm>
          <a:prstGeom prst="rect">
            <a:avLst/>
          </a:prstGeom>
          <a:solidFill>
            <a:srgbClr val="EAF0FB"/>
          </a:solidFill>
          <a:ln w="12700">
            <a:solidFill>
              <a:srgbClr val="D0DA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169664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Purpose:  </a:t>
            </a: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 vehicle entries/exits, track spots, calculate fees, and generate earnings reports.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1600200"/>
          </a:xfrm>
          <a:prstGeom prst="rect">
            <a:avLst/>
          </a:prstGeom>
          <a:solidFill>
            <a:srgbClr val="EAF0FB"/>
          </a:solidFill>
          <a:ln w="12700">
            <a:solidFill>
              <a:srgbClr val="C8D8F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6128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🚗  Park a Vehicle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581912"/>
            <a:ext cx="2523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Auto-assigns first free spot &amp; records entry timestamp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23260" y="1051560"/>
            <a:ext cx="2743200" cy="1600200"/>
          </a:xfrm>
          <a:prstGeom prst="rect">
            <a:avLst/>
          </a:prstGeom>
          <a:solidFill>
            <a:srgbClr val="EAF0FB"/>
          </a:solidFill>
          <a:ln w="12700">
            <a:solidFill>
              <a:srgbClr val="C8D8F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23260" y="1051560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2988" y="116128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🚙  Remove Vehicle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2988" y="1581912"/>
            <a:ext cx="2523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Frees spot, calculates fee, updates total earnings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743200" cy="1600200"/>
          </a:xfrm>
          <a:prstGeom prst="rect">
            <a:avLst/>
          </a:prstGeom>
          <a:solidFill>
            <a:srgbClr val="EAF0FB"/>
          </a:solidFill>
          <a:ln w="12700">
            <a:solidFill>
              <a:srgbClr val="C8D8F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51560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116128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🔍  Search by Plate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36208" y="1581912"/>
            <a:ext cx="2523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Locate any parked vehicle by license plate number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779776"/>
            <a:ext cx="2743200" cy="1600200"/>
          </a:xfrm>
          <a:prstGeom prst="rect">
            <a:avLst/>
          </a:prstGeom>
          <a:solidFill>
            <a:srgbClr val="EAF0FB"/>
          </a:solidFill>
          <a:ln w="12700">
            <a:solidFill>
              <a:srgbClr val="C8D8F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779776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2889504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📋  View All Spots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768" y="3310128"/>
            <a:ext cx="2523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status of every spot — occupied or empty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23260" y="2779776"/>
            <a:ext cx="2743200" cy="1600200"/>
          </a:xfrm>
          <a:prstGeom prst="rect">
            <a:avLst/>
          </a:prstGeom>
          <a:solidFill>
            <a:srgbClr val="EAF0FB"/>
          </a:solidFill>
          <a:ln w="12700">
            <a:solidFill>
              <a:srgbClr val="C8D8F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23260" y="2779776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2988" y="2889504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📊  Vehicle Stats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2988" y="3310128"/>
            <a:ext cx="2523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 breakdown by type: Car / Bike / Truck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2779776"/>
            <a:ext cx="2743200" cy="1600200"/>
          </a:xfrm>
          <a:prstGeom prst="rect">
            <a:avLst/>
          </a:prstGeom>
          <a:solidFill>
            <a:srgbClr val="EAF0FB"/>
          </a:solidFill>
          <a:ln w="12700">
            <a:solidFill>
              <a:srgbClr val="C8D8F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779776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2889504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🚫  Duplicate Prevention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36208" y="3310128"/>
            <a:ext cx="2523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Blocks re-entry of an already-parked plate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74904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3657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ParkingLotManagementSystem/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myPackage/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ParkingSystem.java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ParkingLot.java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ParkingSpot.java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Vehicle.java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.gitignore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051560"/>
            <a:ext cx="4206240" cy="749808"/>
          </a:xfrm>
          <a:prstGeom prst="rect">
            <a:avLst/>
          </a:prstGeom>
          <a:solidFill>
            <a:srgbClr val="EAF0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051560"/>
            <a:ext cx="82296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36592" y="1097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ParkingSystem.java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36592" y="13990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entry point — menu loop &amp; Scanner input handling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1965960"/>
            <a:ext cx="4206240" cy="749808"/>
          </a:xfrm>
          <a:prstGeom prst="rect">
            <a:avLst/>
          </a:prstGeom>
          <a:solidFill>
            <a:srgbClr val="EAF0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965960"/>
            <a:ext cx="82296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2011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ParkingLot.java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36592" y="23134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logic — park, remove, search, stats, earnings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2880360"/>
            <a:ext cx="4206240" cy="749808"/>
          </a:xfrm>
          <a:prstGeom prst="rect">
            <a:avLst/>
          </a:prstGeom>
          <a:solidFill>
            <a:srgbClr val="EAF0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2880360"/>
            <a:ext cx="82296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2926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ParkingSpot.java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36592" y="32278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Spot model — number, occupancy state, vehicle ref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3794760"/>
            <a:ext cx="4206240" cy="749808"/>
          </a:xfrm>
          <a:prstGeom prst="rect">
            <a:avLst/>
          </a:prstGeom>
          <a:solidFill>
            <a:srgbClr val="EAF0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3794760"/>
            <a:ext cx="82296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3840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Vehicle.java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36592" y="41422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Vehicle model — plate, type, timestamps, fee calc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Fee Structure &amp; Input Validation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Flat-Rate Fee per Vehicle Type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4023360" cy="190195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Vehicle Type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Parking Fee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🚗  Car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Rs. 50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🏍️  Bike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Rs. 20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🚛  Truck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Rs. 100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365760" y="3749040"/>
            <a:ext cx="4023360" cy="1005840"/>
          </a:xfrm>
          <a:prstGeom prst="rect">
            <a:avLst/>
          </a:prstGeom>
          <a:solidFill>
            <a:srgbClr val="FFF8E7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37947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5C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⚠  Fee is currently flat-rate (not time-based).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5C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suggested improvement: use Duration.between(entryTime, exitTime) for hourly billing.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54880" y="1051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 Validation Rules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0" y="1508760"/>
            <a:ext cx="4114800" cy="566928"/>
          </a:xfrm>
          <a:prstGeom prst="rect">
            <a:avLst/>
          </a:prstGeom>
          <a:solidFill>
            <a:srgbClr val="EAF0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1508760"/>
            <a:ext cx="82296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01184" y="1545336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Plate Length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01184" y="1801368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Must be 6–10 characters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2167128"/>
            <a:ext cx="4114800" cy="566928"/>
          </a:xfrm>
          <a:prstGeom prst="rect">
            <a:avLst/>
          </a:prstGeom>
          <a:solidFill>
            <a:srgbClr val="EAF0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54880" y="2167128"/>
            <a:ext cx="82296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01184" y="220370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Plate Characters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901184" y="2459736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Alphanumeric only (a-z, A-Z, 0-9)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2825496"/>
            <a:ext cx="4114800" cy="566928"/>
          </a:xfrm>
          <a:prstGeom prst="rect">
            <a:avLst/>
          </a:prstGeom>
          <a:solidFill>
            <a:srgbClr val="EAF0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54880" y="2825496"/>
            <a:ext cx="82296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01184" y="286207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Plate Content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901184" y="311810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Must contain both letters AND digits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754880" y="3483864"/>
            <a:ext cx="4114800" cy="566928"/>
          </a:xfrm>
          <a:prstGeom prst="rect">
            <a:avLst/>
          </a:prstGeom>
          <a:solidFill>
            <a:srgbClr val="EAF0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54880" y="3483864"/>
            <a:ext cx="82296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01184" y="352044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Vehicle Type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901184" y="377647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Only: Car, Bike, or Truck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54880" y="4142232"/>
            <a:ext cx="4114800" cy="566928"/>
          </a:xfrm>
          <a:prstGeom prst="rect">
            <a:avLst/>
          </a:prstGeom>
          <a:solidFill>
            <a:srgbClr val="EAF0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54880" y="4142232"/>
            <a:ext cx="82296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01184" y="4178808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 Check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901184" y="443484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plate cannot be parked twice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Technologies &amp; Concepts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1645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2587752"/>
            <a:ext cx="26517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☕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29768" y="169164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Java (JDK 8+)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2011680"/>
            <a:ext cx="24323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A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programming language for the entire project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005840"/>
            <a:ext cx="2651760" cy="1645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2587752"/>
            <a:ext cx="26517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🧱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64408" y="169164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OOP Principles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64408" y="2011680"/>
            <a:ext cx="24323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A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Encapsulation across 4 well-defined classes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1005840"/>
            <a:ext cx="2651760" cy="1645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2587752"/>
            <a:ext cx="26517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📦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099048" y="169164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Java Collections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99048" y="2011680"/>
            <a:ext cx="24323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A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ArrayList used for managing all parking spots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788920"/>
            <a:ext cx="2651760" cy="1645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4370832"/>
            <a:ext cx="26517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🕐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29768" y="347472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java.time API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768" y="3794760"/>
            <a:ext cx="24323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A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LocalDateTime records entry &amp; exit timestamps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2788920"/>
            <a:ext cx="2651760" cy="1645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4370832"/>
            <a:ext cx="26517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⌨️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264408" y="347472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java.util.Scanner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64408" y="3794760"/>
            <a:ext cx="24323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A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Console-based interactive user input handling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89320" y="2788920"/>
            <a:ext cx="2651760" cy="1645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89320" y="4370832"/>
            <a:ext cx="26517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✅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099048" y="347472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099048" y="3794760"/>
            <a:ext cx="24323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A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Static methods isValidPlate() and isValidType()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Suggested Improvements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834640" cy="3840480"/>
          </a:xfrm>
          <a:prstGeom prst="rect">
            <a:avLst/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83464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Easy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" y="1673352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0020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Time-based fee using Duration.between()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" y="2679192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0604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Configurable lot size at startup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" y="3685032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61188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Remove vehicle by license plate (not spot number)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18688" y="1005840"/>
            <a:ext cx="2834640" cy="3840480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1005840"/>
            <a:ext cx="283464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1005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Medium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83280" y="1673352"/>
            <a:ext cx="256032" cy="25603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21608" y="160020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persistence to .txt / .csv file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83280" y="2679192"/>
            <a:ext cx="256032" cy="25603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21608" y="260604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Reserved / Handicap spots with spot types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83280" y="3685032"/>
            <a:ext cx="256032" cy="25603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21608" y="361188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parking history log (past transactions)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63056" y="1005840"/>
            <a:ext cx="2834640" cy="3840480"/>
          </a:xfrm>
          <a:prstGeom prst="rect">
            <a:avLst/>
          </a:prstGeom>
          <a:solidFill>
            <a:srgbClr val="F3E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63056" y="1005840"/>
            <a:ext cx="283464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1005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Advanced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27648" y="1673352"/>
            <a:ext cx="256032" cy="25603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65976" y="160020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JUnit unit tests (isValidPlate, calculateFee)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27648" y="2679192"/>
            <a:ext cx="256032" cy="25603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65976" y="260604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 Actions CI — auto-build on push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27648" y="3685032"/>
            <a:ext cx="256032" cy="25603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65976" y="361188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CONTRIBUTING.md &amp; MIT LICENSE file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236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385753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Parking Lot Management System — Java Project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0919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AE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github.com/sammar-abbas-shah/ParkingLotManagementSystem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532</Words>
  <Application>Microsoft Office PowerPoint</Application>
  <PresentationFormat>On-screen Show (16:9)</PresentationFormat>
  <Paragraphs>107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Parking Lot Management System</dc:title>
  <dc:subject>PptxGenJS Presentation</dc:subject>
  <dc:creator>PptxGenJS</dc:creator>
  <cp:lastModifiedBy>Sammar Abbas</cp:lastModifiedBy>
  <cp:revision>3</cp:revision>
  <dcterms:created xsi:type="dcterms:W3CDTF">2026-05-14T11:47:19Z</dcterms:created>
  <dcterms:modified xsi:type="dcterms:W3CDTF">2026-05-14T12:04:42Z</dcterms:modified>
</cp:coreProperties>
</file>